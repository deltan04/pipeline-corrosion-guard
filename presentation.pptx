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CorrosionGuard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A5A5A"/>
                </a:solidFill>
              </a:defRPr>
            </a:pPr>
            <a:r>
              <a:t>Agentic AI triage of pipeline corrosion inspection findings</a:t>
            </a:r>
          </a:p>
          <a:p>
            <a:pPr>
              <a:spcAft>
                <a:spcPts val="600"/>
              </a:spcAft>
              <a:defRPr sz="1500">
                <a:solidFill>
                  <a:srgbClr val="5A5A5A"/>
                </a:solidFill>
              </a:defRPr>
            </a:pPr>
            <a:r>
              <a:t>Catches missed critical defects · offline PoC (Streamlit + LangGraph + Mock LLM)</a:t>
            </a:r>
          </a:p>
          <a:p>
            <a:pPr>
              <a:spcAft>
                <a:spcPts val="600"/>
              </a:spcAft>
              <a:defRPr sz="1500">
                <a:solidFill>
                  <a:srgbClr val="5A5A5A"/>
                </a:solidFill>
              </a:defRPr>
            </a:pPr>
            <a:r>
              <a:t>Synthetic data · simplified formulas (educational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62828"/>
                </a:solidFill>
              </a:defRPr>
            </a:pPr>
            <a:r>
              <a:t>pip install -r requirements.txt &amp;&amp; streamlit run app.py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6B"/>
                </a:solidFill>
              </a:defRPr>
            </a:pPr>
            <a:r>
              <a:t>Problem: thousands of ILI anomalies, manual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ILI tools report thousands of metal-loss anomalies per run (300 in this PoC, 4 segments)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Engineers hand-review spreadsheets/PDFs → slow, inconsistent between engineers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Context missed: growth rate, weld/road/water proximity, HCAs, interacting anomalies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Inspector notes contradict numbers — no independent second check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Missed criticals → leaks, ruptures, fines, downtime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Existing 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Manual triage: 20 min/anomaly ≈ 100 h per 300-anomaly run (stated assumption)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Legacy labels in our synthetic run miss 20/30 criticals (recall 0.333)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~10% planted missed criticals: moderate depth + high growth + HCA/interaction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~5% dirty records (missing/negative/unit errors) slip through manual review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No audit trail of why an anomaly got its priority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6B"/>
                </a:solidFill>
              </a:defRPr>
            </a:pPr>
            <a:r>
              <a:t>Proposed solution: 5 agents + critic loop + human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Planner → Research → Executor → Critic → (rework ≤2 / escalate) → human gate → Automation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Every number from a tool call (B31G, ERF, growth, risk score) — fully traceable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Critic independently re-screens; rejects and forces rework on disagreement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Human approves Immediate items; work orders/report/notifications auto-generated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A2A typed message bus: every handoff logged and visible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Agent roles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Planner: task plan, routing (small/large batch), deep-check scope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Research: metadata, growth, HCA, welds/crossings, interaction clustering, data quality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Executor (Risk Engine): safe pressure, ERF, projection, risk score, triage class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Critic: independent rules, note contradictions, legacy comparison, AGREE/UPGRADE/DOWNGRADE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Automation: work orders + due dates, engineer summary, simulated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Orchestration workflow (LangGraph)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Shared typed state: plan, enriched, risk, verdicts, iterations, approvals, outputs, trace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Conditional edge on critic verdict: UPGRADE_REQUIRED → Executor with constraints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This run: 1 rework iteration(s), 0 final upgrade(s), 0 escalated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Unresolved → forced to more severe class, marked ESCALATED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Human gate only for IMMEDIATE — the rest auto-approved with audit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A5A5A"/>
                </a:solidFill>
              </a:defRPr>
            </a:pPr>
            <a:r>
              <a:t>[Insert draw.io architecture export here]</a:t>
            </a:r>
            <a:br/>
            <a:br/>
            <a:r>
              <a:t>Export your draw.io diagram as PNG</a:t>
            </a:r>
            <a:br/>
            <a:r>
              <a:t>and save as docs/architecture_drawio.png</a:t>
            </a:r>
          </a:p>
          <a:p>
            <a:pPr algn="ctr">
              <a:defRPr sz="1400">
                <a:solidFill>
                  <a:srgbClr val="5A5A5A"/>
                </a:solidFill>
              </a:defRPr>
            </a:pPr>
            <a:r>
              <a:t>Component table, edge table, decision points,</a:t>
            </a:r>
          </a:p>
          <a:p>
            <a:pPr algn="ctr">
              <a:defRPr sz="1400">
                <a:solidFill>
                  <a:srgbClr val="5A5A5A"/>
                </a:solidFill>
              </a:defRPr>
            </a:pPr>
            <a:r>
              <a:t>suggested draw.io layout, and Mermaid flowchart</a:t>
            </a:r>
          </a:p>
          <a:p>
            <a:pPr algn="ctr">
              <a:defRPr sz="1400">
                <a:solidFill>
                  <a:srgbClr val="5A5A5A"/>
                </a:solidFill>
              </a:defRPr>
            </a:pPr>
            <a:r>
              <a:t>are in docs/ARCHITECTURE_EXPLAINED.md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Tools &amp; tech stack (all offline)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Python 3.12 · Streamlit · LangGraph · langchain-core (BaseChatModel) · pydantic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pandas · numpy · plotly · python-pptx · matplotlib · pytest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MockChatModel: deterministic rule-template text behind one-line LLMProvider swap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Tools: b31g / risk / lookup / clustering / quality — pure functions (MCP-ready seam)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Seed 42 · full 300-anomaly run in 0.090 s (budget 30 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Demo walkthrough (3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1 Home: problem + manual-vs-agentic table (30 s)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2 Data: load synthetic CSV, quality report (20 s)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3 Run Agents: live plan → tools → critic loop → A2A trace (60 s)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4–5 Results + Critic Findings: missed criticals before/after (40 s)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6–8 Approval → work orders → metrics → architecture (30 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6B"/>
                </a:solidFill>
              </a:defRPr>
            </a:pPr>
            <a:r>
              <a:t>Results &amp; validation (real numbers, seed 42, from metrics.json)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Legacy manual recall (critical): 0.333 (FN 20)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Executor-only recall: 0.733 — automation alone is NOT enough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Executor + Critic recall: 0.733 (CI 95%: [0.567, 0.897])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Missed criticals caught: 104 · Immediate items: 30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Interacting share: 3.3% · Escalated: 0.000% · MONITOR share: 25.7%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Planted missed-criticals caught: 73.3% · Validation errors: 0 · Runtime: 0.090 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Limitations (stated honestly)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Synthetic data — not real operator ILI; no vendor formats, no GIS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Simplified B31G/ERF — educational only, never for real dig decisions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Mock LLM writes template prose — no real language understanding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Static thresholds; no learning from engineer feedback yet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Single-machine PoC: no auth, audit DB, or crew scheduling</a:t>
            </a:r>
          </a:p>
          <a:p>
            <a:pPr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Ground truth model: independent hand-written rule model with assumed noise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A6B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A5A5A"/>
                </a:solidFill>
              </a:defRPr>
            </a:pPr>
            <a:r>
              <a:t>Real LLM via Ollama (one-line swap) · MCP tool server · vendor parsers + GIS</a:t>
            </a:r>
          </a:p>
          <a:p>
            <a:pPr>
              <a:spcAft>
                <a:spcPts val="600"/>
              </a:spcAft>
              <a:defRPr sz="1500">
                <a:solidFill>
                  <a:srgbClr val="5A5A5A"/>
                </a:solidFill>
              </a:defRPr>
            </a:pPr>
            <a:r>
              <a:t>RAG over ASME B31G/B31.8S + operator SOPs · learning from approvals</a:t>
            </a:r>
          </a:p>
          <a:p>
            <a:pPr>
              <a:spcAft>
                <a:spcPts val="600"/>
              </a:spcAft>
              <a:defRPr sz="1500">
                <a:solidFill>
                  <a:srgbClr val="5A5A5A"/>
                </a:solidFill>
              </a:defRPr>
            </a:pPr>
            <a:r>
              <a:t>Conclusion: critic-guarded agents lift critical recall 0.333 → 0.733 with full traceability — a viable second pair of eyes.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